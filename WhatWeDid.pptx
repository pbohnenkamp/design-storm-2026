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58C3-EE91-E631-2882-8A3F6A74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B11FF-320F-46B1-F5EB-7C75702A4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491D4-7545-9A49-9530-7BAC53223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450F2-91F2-688A-9975-0243A396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803E1-3079-C54A-AF64-040C7DCA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9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A2051-0A64-05E7-50CD-650DBC0E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4EB98-44CD-7A15-6DC2-76DF4E9A7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8E729-42E8-57E5-4045-2264D0256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97642-E2F9-1325-7757-F56DD141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A28A3-417F-D26F-1D8D-E150F3B2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2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173F3-61DD-8B2C-5147-E2D65E6B1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168EE-D590-0FFE-5E0A-B7A9E0649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59EBA-6636-66B7-64B2-3CDAD401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11B37-F2AF-1ACC-B26B-285DB2B4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A52F4-5CA1-E762-7724-5C36B86E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88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65F6-123C-1199-6EEB-1A123A39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F213D-ACD2-66B7-6928-35AF141B9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B55EC-6AD3-38AA-93BE-EC91FC5A9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60E61-524E-94E3-FF77-D2C3B00DF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AAA8B-2869-5083-1018-30934F78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89D7-C578-5584-85CD-CAAD71EF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63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810BD-8F51-3202-A19E-E8D8B8292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AA16E-ED69-B1B2-DE7A-287A5BAE7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486D2-46FC-F8D6-9EA1-D9C745C7E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A95AE-C121-0E54-C846-E2692248B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FB0BD-7C77-1890-C475-34125BC0AB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526EB-9C64-9515-8BA5-2103888B5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CAD136-C9E7-AE73-6A61-20C641C39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547C9-B770-6588-F717-31EB4FB8F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87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8763-B5CF-A4E3-6D77-D61AF7AE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C715B6-BDD9-8F2E-3C55-CCAF6820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6940B-59D9-EB6B-2B12-77466F75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AAD71-D208-4F91-6D6E-EA3D0291B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7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13A196-6CAC-7C5B-2C4D-DF91FD38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2BEF5-DD00-6E53-B9BD-4ADBED4C3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9858F-EFD2-8524-11F1-597C467C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7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32D0-87EA-F670-7B32-ECFD515F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053FE-29DC-B11F-8043-DAF470D33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17477-9E9F-F730-B523-D09E843C5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C9133-E161-568D-2BDD-DCDF491E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1DD23-5050-7CFE-1442-D6A57045D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7FA3B-C0FC-B9AA-1D9D-1762F99C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FDEA3-5CD0-3E5D-EC32-FDB138DA0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FBC115-D8F5-4953-AD8B-019FF0D897B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415FF-BE66-2583-195F-84BDA6556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B6992-5142-CDD1-51E8-71747B97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D7A50-9D34-91DB-5182-8B789814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E95DE-5937-BE4F-F6F4-B5940199D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04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1A6C5-D35D-5670-8DA1-D6FD6F0EB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C96F3-E345-6BB9-729C-182B15BFE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212CD-CB36-B557-E9F4-F0B9929A5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BAE79-B99C-8308-D0EC-4728B66C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C63B-4C38-5010-8274-06AA9F9C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9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45AD5C-BFC2-C9BD-065B-53DB1B39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1F8B7-2501-CFAC-72E2-7D5A6E715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C0259-4CC3-41E5-7BC1-8EC55EA03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3323B-17D9-240A-7305-401044183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FD8A6-8018-747B-8D7A-56039A373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6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344627-D2E2-6983-F858-95F34F5D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D9000-95E1-0BB2-ED1E-54557F3FE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39D8-8EC9-07A0-08EB-98AFF8ADB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B8487-EF01-A54B-B033-6A89E001A4E3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B2E89-A2C5-602E-C8E4-DBE7C1F14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0C7DC-E525-C9E3-1BE2-C56056BDC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E5AEB4-4A46-914B-91E6-A9383532B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0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BFEC-B79D-E56F-A94B-5260F29A0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Denver Water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9E322-D270-C39A-354A-5ECEF10A2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53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F1AB-D912-640B-3B6C-69D420FF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0C8A8-382D-3B08-EC15-8B345D75A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97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Denver Water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Bohnenkamp</dc:creator>
  <cp:lastModifiedBy>Phillip Bohnenkamp</cp:lastModifiedBy>
  <cp:revision>1</cp:revision>
  <dcterms:created xsi:type="dcterms:W3CDTF">2026-09-25T16:47:29Z</dcterms:created>
  <dcterms:modified xsi:type="dcterms:W3CDTF">2026-09-25T16:48:23Z</dcterms:modified>
</cp:coreProperties>
</file>